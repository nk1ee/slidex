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проверяем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Текст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строки читаются и не выходят за край слайда.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Композиция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Важные элементы не перекрывают друг друга.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Содержание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89920" y="4480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 и источники остаются видимыми.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SlideX visual regression fixture</dc:creator>
  <cp:lastModifiedBy>SlideX visual regression fixture</cp:lastModifiedBy>
  <cp:revision>1</cp:revision>
  <dcterms:created xsi:type="dcterms:W3CDTF">2026-09-24T19:45:33Z</dcterms:created>
  <dcterms:modified xsi:type="dcterms:W3CDTF">2026-09-24T19:45:33Z</dcterms:modified>
</cp:coreProperties>
</file>