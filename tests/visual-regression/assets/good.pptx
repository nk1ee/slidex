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54864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1430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качества слайдов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29718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Предмет: Информатик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Ох (Группа 4)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КЛЮЧЕВОЙ ТЕЗИС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мысль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137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713232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Оформление должно помогать прочитать и понять содержание.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ОПРЕДЕЛЕНИЕ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отслеживать качество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137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Визуальная регрессия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Повторная проверка того, как выглядит слайд после изменения кода.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ИСТОЧНИКИ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137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1508760"/>
            <a:ext cx="6903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проекта SlideX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856232"/>
            <a:ext cx="6903720" cy="216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640080" cy="5817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2200275"/>
            <a:ext cx="6903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 презентации SlideX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547747"/>
            <a:ext cx="6903720" cy="216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00275"/>
            <a:ext cx="640080" cy="5817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[02]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891790"/>
            <a:ext cx="6903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качества PPTX SlideX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39262"/>
            <a:ext cx="6903720" cy="216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91790"/>
            <a:ext cx="640080" cy="5817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[03]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РЕЗЮМЕ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проверяем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137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83080" y="1508760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1874520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строки читаются и не выходят за край слайда.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83080" y="2450592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Композиция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2816352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Важные элементы не перекрывают друг друга.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392424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83080" y="3392424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758184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 и источники остаются видимыми.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SlideX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Проверка качества слайдов</dc:title>
  <dc:subject>Информатик</dc:subject>
  <dc:creator>Ох</dc:creator>
  <cp:lastModifiedBy>Ох</cp:lastModifiedBy>
  <cp:revision>1</cp:revision>
  <dcterms:created xsi:type="dcterms:W3CDTF">2026-09-24T19:45:33Z</dcterms:created>
  <dcterms:modified xsi:type="dcterms:W3CDTF">2026-09-24T19:45:33Z</dcterms:modified>
</cp:coreProperties>
</file>