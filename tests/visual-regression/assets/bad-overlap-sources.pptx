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" y="15544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Архитектура проекта SlideX — SlideX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Контракт презентации SlideX — SlideX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34747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Правила качества PPTX SlideX — SlideX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0972800" cy="1234440"/>
          </a:xfrm>
          <a:prstGeom prst="rect">
            <a:avLst/>
          </a:prstGeom>
          <a:solidFill>
            <a:srgbClr val="172D4F"/>
          </a:solidFill>
          <a:ln w="12700">
            <a:solidFill>
              <a:srgbClr val="172D4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SlideX visual regression fixture</dc:creator>
  <cp:lastModifiedBy>SlideX visual regression fixture</cp:lastModifiedBy>
  <cp:revision>1</cp:revision>
  <dcterms:created xsi:type="dcterms:W3CDTF">2026-09-24T19:45:33Z</dcterms:created>
  <dcterms:modified xsi:type="dcterms:W3CDTF">2026-09-24T19:45:33Z</dcterms:modified>
</cp:coreProperties>
</file>